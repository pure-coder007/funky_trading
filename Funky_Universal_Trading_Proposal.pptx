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44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1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8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52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83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2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5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4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4394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66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8901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16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64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3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0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0F2046"/>
                </a:solidFill>
              </a:defRPr>
            </a:pPr>
            <a:r>
              <a:t>Funky Universal Trading Limited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Company Proposal Presentation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Innovative Advertising, Branding &amp; Business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9144000" cy="10972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2046"/>
                </a:solidFill>
              </a:defRPr>
            </a:pPr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Funky Universal Trading Limited is a multi-service company specializing in: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Online &amp; Offline Advertising Services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Advertising Placement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Digital Marketing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Brand Promotion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Payment-Related Technical Services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Gift Shop Services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Real Estate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9144000" cy="10972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2046"/>
                </a:solidFill>
              </a:defRPr>
            </a:pPr>
            <a:r>
              <a:t>Our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To become a trusted global brand delivering innovative marketing, branding, commercial, and real estate solutions that drive business growth and customer satisfaction.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9144000" cy="10972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2046"/>
                </a:solidFill>
              </a:defRPr>
            </a:pPr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• Deliver impactful advertising campaigns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Provide effective brand visibility solutions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Support businesses with modern digital marketing strategies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Offer reliable payment-related technical services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Build customer trust through quality products and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9144000" cy="10972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2046"/>
                </a:solidFill>
              </a:defRPr>
            </a:pPr>
            <a:r>
              <a:t>Core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Advertising &amp; Marketing: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Online Advertising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Offline Advertising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Advertising Placement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Social Media Marketing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Brand Promotion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Business Services: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Payment Technical Services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Gift Shop Operations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Real Estate Consultancy &amp; Property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9144000" cy="10972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2046"/>
                </a:solidFill>
              </a:defRPr>
            </a:pPr>
            <a:r>
              <a:t>Why Choose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• Professional and creative solutions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Customer-focused approach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Reliable and timely service delivery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Innovative marketing strategies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Diverse business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9144000" cy="10972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2046"/>
                </a:solidFill>
              </a:defRPr>
            </a:pPr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We serve: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Businesses &amp; Startups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Corporate Organizations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Retail Brands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Property Investors &amp; Clients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Event &amp; Lifestyle Brands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9144000" cy="10972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2046"/>
                </a:solidFill>
              </a:defRPr>
            </a:pPr>
            <a:r>
              <a:t>Our Business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1. Understand Client Needs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2. Develop Strategic Solutions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3. Execute with Professionalism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4. Deliver Measurable Results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5. Maintain Long-term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9144000" cy="10972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2046"/>
                </a:solidFill>
              </a:defRPr>
            </a:pPr>
            <a: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• Expand advertising and digital marketing reach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Strengthen real estate partnerships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Build a recognized gift shop brand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Enhance technology-driven payment solutions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• Grow into international markets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9144000" cy="10972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2046"/>
                </a:solidFill>
              </a:defRPr>
            </a:pPr>
            <a:r>
              <a:rPr dirty="0"/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rPr dirty="0"/>
              <a:t>Funky Universal Trading Limited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dirty="0"/>
              <a:t>Email: funkytrade729@gmail.com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dirty="0"/>
              <a:t>Website: funkytrade.com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dirty="0"/>
              <a:t>Phone: </a:t>
            </a:r>
            <a:r>
              <a:rPr lang="en-US" dirty="0"/>
              <a:t>+234 8100118023</a:t>
            </a:r>
            <a:endParaRPr dirty="0"/>
          </a:p>
          <a:p>
            <a:pPr>
              <a:defRPr sz="1800">
                <a:solidFill>
                  <a:srgbClr val="505050"/>
                </a:solidFill>
              </a:defRPr>
            </a:pPr>
            <a:endParaRPr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dirty="0"/>
              <a:t>Thank you for your time and partnership.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9144000" cy="10972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298</Words>
  <Application>Microsoft Office PowerPoint</Application>
  <PresentationFormat>On-screen Show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Funky Universal Trading Limited</vt:lpstr>
      <vt:lpstr>Company Overview</vt:lpstr>
      <vt:lpstr>Our Vision</vt:lpstr>
      <vt:lpstr>Our Mission</vt:lpstr>
      <vt:lpstr>Core Services</vt:lpstr>
      <vt:lpstr>Why Choose Us</vt:lpstr>
      <vt:lpstr>Target Market</vt:lpstr>
      <vt:lpstr>Our Business Approach</vt:lpstr>
      <vt:lpstr>Future Goals</vt:lpstr>
      <vt:lpstr>Contact 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Funky Universal Trading Limited</dc:title>
  <dc:subject/>
  <dc:creator/>
  <cp:keywords/>
  <dc:description>generated using python-pptx</dc:description>
  <cp:lastModifiedBy>Anuoluwapo Ayittey</cp:lastModifiedBy>
  <cp:revision>3</cp:revision>
  <dcterms:created xsi:type="dcterms:W3CDTF">2013-01-27T09:14:16Z</dcterms:created>
  <dcterms:modified xsi:type="dcterms:W3CDTF">2026-05-25T12:56:47Z</dcterms:modified>
  <cp:category/>
</cp:coreProperties>
</file>